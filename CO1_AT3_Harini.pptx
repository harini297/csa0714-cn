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9400F-CDCF-F588-8FB2-C8E3A8FC2D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9EDF36-E927-FE5A-8D0A-2409188D49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ECF69-5C2D-08BE-DE89-6849990C8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B0A-193B-4A4B-AEFD-1467CDF6E8D9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C7E32E-D0E1-ADDD-5290-225C7471E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8F2F9-7FB1-3057-7E85-7B711515D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A490E-E107-426C-B67F-18D423724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6349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3D9BC-9C8F-CF0E-00CF-E3F52BFF6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3FFBD-AD3E-68F5-DFD3-20F563287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28875E-054C-F150-826B-8E8BA93C4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B0A-193B-4A4B-AEFD-1467CDF6E8D9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9123A-D4AA-65C9-D9D8-376A76EBF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5DB87F-24DA-EB96-1F9B-8A53B59F2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A490E-E107-426C-B67F-18D423724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1678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542F2-B617-1F53-BBD3-D3561024E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F3D58B-35A1-AD12-A81A-331763D9A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301CF8-0234-A667-B9FF-E0CA110B2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B0A-193B-4A4B-AEFD-1467CDF6E8D9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92753-0FE2-3FD2-BFCD-233C6DCCB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B6BAE-C194-FB69-D354-3B212C119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A490E-E107-426C-B67F-18D423724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436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63E4A-921B-975F-14C2-06D76D59D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E9016-6992-40B6-8D0B-7278CA9E06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C6CCEE-2BBF-AF87-DD56-076C59F35E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0954D6-8584-7DEF-0E82-8C5450D8B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B0A-193B-4A4B-AEFD-1467CDF6E8D9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17F4F7-B04E-6ED5-EF47-D9DCAFC20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1AA962-9353-48EE-F8F9-566F865B2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A490E-E107-426C-B67F-18D423724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9051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8CCC2-106A-7709-6935-59EB54571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AC8FE6-73C0-7040-553F-5AB3975E8B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965424-995A-3AD6-8E29-FCC1AA3ECD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FC0F4A-B206-EA0A-041D-B1F41F5E7A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EAFAD2-6A85-60CD-9C29-8DC55EBBDB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F9BC14-1532-11DE-6569-8B5243230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B0A-193B-4A4B-AEFD-1467CDF6E8D9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B726F5-5930-9096-70D3-B7A8A31BD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32A3D9-BD21-72CC-DC43-AFD7725C6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A490E-E107-426C-B67F-18D423724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7779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BA563-2F77-8BD8-2710-8C87EC033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049B9D-F5FC-B02D-F6CF-6D23B4349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B0A-193B-4A4B-AEFD-1467CDF6E8D9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35CC88-3996-AF23-D1E3-BF48F65DD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DB4E95-C263-52AC-B8E0-BEFAA4339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A490E-E107-426C-B67F-18D423724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0628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473C70-1DA8-37DA-5FA2-8D30FC09A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B0A-193B-4A4B-AEFD-1467CDF6E8D9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C8AABD-DE15-656C-6551-94D61A568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A450AA-D798-B03B-020E-BE22AD72C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A490E-E107-426C-B67F-18D423724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022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6AB34-BCB8-3217-2E05-B9A34E676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2E714-DA43-E509-94D2-4A25F0127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3A2D3A-AA20-2351-31F2-89863C3F6E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FD247D-D23E-B905-5CFF-C6B5F2657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B0A-193B-4A4B-AEFD-1467CDF6E8D9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B58C42-8C74-2BB0-AA27-135197A03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6E4CFE-0836-CD28-CABE-DDD92DA5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A490E-E107-426C-B67F-18D423724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9291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F7EEF-57E9-280D-353B-F3056198F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60AC42-703E-F4E8-15FF-D57E6D5A68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B9EFF-C1F4-B9BB-A2CB-2A7037DD3C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4C279-7C63-4491-0BAB-3BD57D332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B0A-193B-4A4B-AEFD-1467CDF6E8D9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F3C93-F064-3028-6ADC-63A42E9F4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9C48E7-875D-A78A-0CDB-992299331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A490E-E107-426C-B67F-18D423724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163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9CF2B-030E-8466-9655-669E98B33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2B6A71-819E-EB83-6E58-1D7EEDF885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2A76E5-EE19-610E-3B7A-04FBC5DB4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B0A-193B-4A4B-AEFD-1467CDF6E8D9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F1A10-480B-6516-F60E-8FF8E2E52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E8CCA-AC2D-6474-7EB3-DAF8B0A3C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A490E-E107-426C-B67F-18D423724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1423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ED1A2B-7A56-6BF4-9918-F8A8539E5F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FF8241-42C0-D502-ACE7-034649F5FF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FF929-60D0-2608-1235-BFEF5110B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B0A-193B-4A4B-AEFD-1467CDF6E8D9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A3C24-5A06-BBF4-196E-AF8535693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CEC5AF-237D-E2FD-78CA-A04659994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A490E-E107-426C-B67F-18D423724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414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AE6B1F-B4C9-5362-D028-F32040110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4DD70B-DD8B-676D-9428-2722C72E6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17780-0F26-D544-EE90-9ED0D8B53D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2CEB0A-193B-4A4B-AEFD-1467CDF6E8D9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2EA81-B060-A3C7-75BD-F2CAEC3D91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993C0-4DFA-56C0-AD67-A047F7D9A7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4A490E-E107-426C-B67F-18D423724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708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8729D-07B4-C22C-847A-6C6C857D5D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1483" y="160414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Networking Through the OSI Architecture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712B88-9765-5E42-7D77-F4C9947B57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27690" y="4722915"/>
            <a:ext cx="2831690" cy="1655762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HARINI GOPI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192524011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B729CF-AC00-6E73-DAB9-163CDBCBC27D}"/>
              </a:ext>
            </a:extLst>
          </p:cNvPr>
          <p:cNvSpPr txBox="1"/>
          <p:nvPr/>
        </p:nvSpPr>
        <p:spPr>
          <a:xfrm>
            <a:off x="2590800" y="823452"/>
            <a:ext cx="671543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NETWORKS  ASSESMENT TOOL 1 CO3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364AC5-4868-D0CB-6F99-152D313D83ED}"/>
              </a:ext>
            </a:extLst>
          </p:cNvPr>
          <p:cNvSpPr txBox="1"/>
          <p:nvPr/>
        </p:nvSpPr>
        <p:spPr>
          <a:xfrm>
            <a:off x="1479755" y="5028072"/>
            <a:ext cx="34855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GUIDENCE OF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JESU JAYARIN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4575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034C7F-1242-85C1-4C5F-22C7C3CF1149}"/>
              </a:ext>
            </a:extLst>
          </p:cNvPr>
          <p:cNvSpPr txBox="1"/>
          <p:nvPr/>
        </p:nvSpPr>
        <p:spPr>
          <a:xfrm>
            <a:off x="1061883" y="1924322"/>
            <a:ext cx="1035336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Networking Through the OSI Architecture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networking connects users, devices, and cloud services.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the Internet for communication.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OSI Model has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layers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layer performs a specific function.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 and reliable data transmission.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1A6C0B-302C-BC98-47E9-4B60D7DA439D}"/>
              </a:ext>
            </a:extLst>
          </p:cNvPr>
          <p:cNvSpPr txBox="1"/>
          <p:nvPr/>
        </p:nvSpPr>
        <p:spPr>
          <a:xfrm>
            <a:off x="899651" y="955657"/>
            <a:ext cx="41737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812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3E24BD-AC05-524A-C131-6AEA28BBA1FE}"/>
              </a:ext>
            </a:extLst>
          </p:cNvPr>
          <p:cNvSpPr txBox="1"/>
          <p:nvPr/>
        </p:nvSpPr>
        <p:spPr>
          <a:xfrm>
            <a:off x="2084438" y="1228397"/>
            <a:ext cx="872121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OSI Model Layers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– User services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– Encryption &amp; formatting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– Manages communication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 – Reliable data transfer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– Routing using IP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Link – Error detection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– Data transmission</a:t>
            </a:r>
          </a:p>
        </p:txBody>
      </p:sp>
    </p:spTree>
    <p:extLst>
      <p:ext uri="{BB962C8B-B14F-4D97-AF65-F5344CB8AC3E}">
        <p14:creationId xmlns:p14="http://schemas.microsoft.com/office/powerpoint/2010/main" val="303632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3A6D5F-25C6-369B-6516-27643EF7F89E}"/>
              </a:ext>
            </a:extLst>
          </p:cNvPr>
          <p:cNvSpPr txBox="1"/>
          <p:nvPr/>
        </p:nvSpPr>
        <p:spPr>
          <a:xfrm>
            <a:off x="2408902" y="1540725"/>
            <a:ext cx="8495071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OSI in Cloud Networking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layer provides cloud services.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layer encrypts data.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layer maintains connections.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 layer ensures reliable delivery.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layer routes cloud traffic.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Link and Physical layers transmit data. </a:t>
            </a:r>
          </a:p>
        </p:txBody>
      </p:sp>
    </p:spTree>
    <p:extLst>
      <p:ext uri="{BB962C8B-B14F-4D97-AF65-F5344CB8AC3E}">
        <p14:creationId xmlns:p14="http://schemas.microsoft.com/office/powerpoint/2010/main" val="1647982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A3977E-EA48-7A2F-18B2-368464019681}"/>
              </a:ext>
            </a:extLst>
          </p:cNvPr>
          <p:cNvSpPr txBox="1"/>
          <p:nvPr/>
        </p:nvSpPr>
        <p:spPr>
          <a:xfrm>
            <a:off x="2143433" y="1097425"/>
            <a:ext cx="861305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Process</a:t>
            </a:r>
          </a:p>
          <a:p>
            <a:pPr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Data Flow</a:t>
            </a:r>
          </a:p>
          <a:p>
            <a:pPr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→ Application Layer → Transport Layer → Network Layer → Data Link Layer → Physical Layer → Cloud Server</a:t>
            </a:r>
          </a:p>
          <a:p>
            <a:pPr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Uploading a file to Google Drive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Streaming videos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Accessing cloud storage</a:t>
            </a:r>
          </a:p>
        </p:txBody>
      </p:sp>
    </p:spTree>
    <p:extLst>
      <p:ext uri="{BB962C8B-B14F-4D97-AF65-F5344CB8AC3E}">
        <p14:creationId xmlns:p14="http://schemas.microsoft.com/office/powerpoint/2010/main" val="416934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3E8991-4264-FF73-9517-8066FD7D98F6}"/>
              </a:ext>
            </a:extLst>
          </p:cNvPr>
          <p:cNvSpPr txBox="1"/>
          <p:nvPr/>
        </p:nvSpPr>
        <p:spPr>
          <a:xfrm>
            <a:off x="2369575" y="1029447"/>
            <a:ext cx="838691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communication model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data transfer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troubleshooting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scalability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network performance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cloud services </a:t>
            </a:r>
          </a:p>
        </p:txBody>
      </p:sp>
    </p:spTree>
    <p:extLst>
      <p:ext uri="{BB962C8B-B14F-4D97-AF65-F5344CB8AC3E}">
        <p14:creationId xmlns:p14="http://schemas.microsoft.com/office/powerpoint/2010/main" val="2306070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9F684A-0AC4-C6F9-3ED1-2A524D92FE05}"/>
              </a:ext>
            </a:extLst>
          </p:cNvPr>
          <p:cNvSpPr txBox="1"/>
          <p:nvPr/>
        </p:nvSpPr>
        <p:spPr>
          <a:xfrm>
            <a:off x="1607574" y="1462915"/>
            <a:ext cx="908009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OSI Model improves cloud communication.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layer has a unique role.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 and efficient networking.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modern cloud applications.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Foundation of cloud networking.</a:t>
            </a:r>
          </a:p>
        </p:txBody>
      </p:sp>
    </p:spTree>
    <p:extLst>
      <p:ext uri="{BB962C8B-B14F-4D97-AF65-F5344CB8AC3E}">
        <p14:creationId xmlns:p14="http://schemas.microsoft.com/office/powerpoint/2010/main" val="968450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227</Words>
  <Application>Microsoft Office PowerPoint</Application>
  <PresentationFormat>Widescreen</PresentationFormat>
  <Paragraphs>49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Office Theme</vt:lpstr>
      <vt:lpstr>Cloud Networking Through the OSI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Harini gopi</dc:creator>
  <cp:lastModifiedBy>Harini gopi</cp:lastModifiedBy>
  <cp:revision>1</cp:revision>
  <dcterms:created xsi:type="dcterms:W3CDTF">2026-07-14T16:23:53Z</dcterms:created>
  <dcterms:modified xsi:type="dcterms:W3CDTF">2026-07-14T16:30:45Z</dcterms:modified>
</cp:coreProperties>
</file>